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OF COMMUNICATIONS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暨手机银行 11.0 建设方案汇报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45720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总体规划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把握金融数字化变革趋势，依托交行 11.0 总体框架，加快重塑手机银行生态，坚定践行 AI 技术、激发用户活力，分阶段持续推动手机银行生态再造。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21280" cy="20116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" cy="20116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5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以用户为中心，强化体验与价值感知，从「能用」到「好用」再到「想用」。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2286000"/>
            <a:ext cx="2621280" cy="20116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2286000"/>
            <a:ext cx="54864" cy="20116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960" y="24688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银行视角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89960" y="2926080"/>
            <a:ext cx="225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贯通业务条线，打造统一中台与场景生态，提升经营与服务效率。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5520" y="2286000"/>
            <a:ext cx="2621280" cy="20116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2286000"/>
            <a:ext cx="54864" cy="20116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0" y="24688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智能化体验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4120" y="2926080"/>
            <a:ext cx="225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以大模型 + 智能体为核心，重塑交互范式与服务方式，打造 AI 手机银行。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4114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重塑交互体验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114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赋能精准服务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4114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其他重点功能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4114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技术方案及资源需求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49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推进计划及待支持事项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重塑交互体验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（一）人机交互第二次跃迁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以计算机、互联网、大模型三轮技术变革为脉络，从「人适应机器」逐步迈向「人机协同」，AI 时代将开启第二次交互跃迁。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5780" y="21945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" y="2194560"/>
            <a:ext cx="1920240" cy="4572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命令行时代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 + 字符界面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83180" y="21945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3180" y="2194560"/>
            <a:ext cx="192024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时代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318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 + 图形界面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40580" y="21945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0580" y="2194560"/>
            <a:ext cx="1920240" cy="45720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05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移动互联网时代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4058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触屏 +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97980" y="21945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7980" y="2194560"/>
            <a:ext cx="192024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79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798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+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核心判断：进入 AI 时代，自然语言成为新的人机交互入口，「智能体」（Agent）正在重新定义应用形态与服务边界。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（二）智能体赋能带来的「AI 银行」思考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年起，以生成式 AI 为核心，「智能体应用 + 智能化运营」将驱动银行业进入新阶段。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21280" cy="26060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26060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行业在做什么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5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上线大模型应用：客服、营销、投顾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建设大模型底座与算力支撑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推进数据治理与工具链建设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828800"/>
            <a:ext cx="2621280" cy="26060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828800"/>
            <a:ext cx="54864" cy="26060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960" y="20116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体验新一步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89960" y="2468880"/>
            <a:ext cx="225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智能化助手作为第二入口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「一键服务」直达业务终态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从功能罗列走向场景预判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828800"/>
            <a:ext cx="2621280" cy="26060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828800"/>
            <a:ext cx="54864" cy="26060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0" y="20116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银行新形态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4120" y="2468880"/>
            <a:ext cx="225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 + 原服务化能力共生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交互、内容、决策三位一体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C 端与员工的双轮赋能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（三）小鸿助手版  |  1. 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打造金融领域智能化名场客户的「小鸿」AI 金融小管家，形成新一代手机银行服务体系。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1097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097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93392"/>
            <a:ext cx="320040" cy="3200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我的银行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千人千面首页，AI 卡片化经营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1097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28800"/>
            <a:ext cx="54864" cy="1097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993392"/>
            <a:ext cx="320040" cy="3200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我的便利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高频任务一站直达，效率优先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023360" cy="1097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08960"/>
            <a:ext cx="54864" cy="1097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73552"/>
            <a:ext cx="320040" cy="3200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291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数字交互管家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对话即服务，跨场景串联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097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54864" cy="1097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73552"/>
            <a:ext cx="320040" cy="3200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291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视觉与组件规范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 AI 交互与视觉资产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整体目标：以 AI 智能体为新主入口，承接信用卡、财富、贷款、支付等核心业务，重塑客户体验旅程。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（三）小鸿助手版  |  2. Demo 演示与「我的银行」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Demo 演示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开屏即「小福鸿」拟人化形象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首页对话式入口直达业务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贯穿信用卡、理财、支付场景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主导的活动 / 任务一站完成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C 端可演示版本已就绪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47472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我的银行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以人为本，卡片化呈现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支持用户自定义与个性化排序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基于行为与偏好的智能推荐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经营视角与用户视角双重融合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实现「一户一页」的差异化首屏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（三）小鸿助手版  |  4-6.「我的便利」与数字交互管家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我的便利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以高频任务为基础组织信息架构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依据用户行为聚合常用功能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所有活动、任务一站式呈现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 / 还款 / 转账 / 卡管理直达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压缩跳转路径，提效不少于 25%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47472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5-6. 数字交互管家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信用卡场景：还款、账单、权益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理财场景：金融产品智能复推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 + 业务直办「一句话办成」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跨场景串联，主动提醒与续约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支持文本、语音、图片多模态输入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AI 重塑交互体验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（三）小鸿助手版  |  7. AI 交互及视觉规范组件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沉淀统一的 AI 元素组件，使具体交互与视觉的实际体现，符合服务多样化的呈现要求。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对话气泡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支持文本、卡片、列表、表单四态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82880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商品展示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统一的金融商品卡组件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2880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编辑区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辅助生成、补全、修订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入口组件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悬浮、首页、底栏入口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329184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提示组件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推荐、引导、解释类信息样式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26517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29184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反馈组件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点赞、纠错、举报回路闭环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赋能精准服务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AI 赋能精准服务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将手机银行从 AI 智能体的「实质化」向「精准化」延伸，依托大模型能力贯通财富、贷款、活动场景，构建手机银行 AI 能力底座。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21280" cy="23774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23774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智能财富管理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5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辅助决策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持仓优化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资产趋势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1360" y="1920240"/>
            <a:ext cx="2621280" cy="23774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920240"/>
            <a:ext cx="54864" cy="23774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960" y="21031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智能贷款推荐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89960" y="2606040"/>
            <a:ext cx="225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客群分层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快速预批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精准放款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专属方案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65520" y="1920240"/>
            <a:ext cx="2621280" cy="23774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920240"/>
            <a:ext cx="54864" cy="23774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0" y="21031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智能活动推荐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4120" y="2606040"/>
            <a:ext cx="225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精准触客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全渠道协同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手机银行 AI 能力底座（大模型 + 智能体 + 数据中台 + 决策引擎）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AI 赋能精准服务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（一）智能财富管理  |  1. 产品推荐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依托大模型应用，11.0 版本以大数据与智能体技术为底座，结合用户画像、风险偏好、市场行情，主动识别用户需求，抢占财富营销新先机，构建智能化的财富推荐机制，提升财富管理效率。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10058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千人千面智能推荐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× 大模型推理，实时匹配最优产品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402336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331720"/>
            <a:ext cx="54864" cy="10058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多产品矩阵组合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跨基金 / 理财 / 保险的智能组合配置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402336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474720"/>
            <a:ext cx="54864" cy="10058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推荐理由可解释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结构化展示「为什么推」，提升用户信任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AI 赋能精准服务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（一）智能财富管理  |  2-4. 辅助决策 / 持仓优化 / 资产趋势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2128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32918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辅助决策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依托大模型构建千人千面的智能投顾，结合用户金融行业知识与产品体系，为客户提供专业的资产配置与风险偏好建议。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1360" y="1280160"/>
            <a:ext cx="262128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1360" y="1280160"/>
            <a:ext cx="54864" cy="32918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9960" y="14630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持仓优化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89960" y="205740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实时分析用户持仓结构与盈亏分布，识别风险敞口与再平衡机会，给出可执行的调整建议。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65520" y="1280160"/>
            <a:ext cx="262128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65520" y="1280160"/>
            <a:ext cx="54864" cy="32918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4120" y="14630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资产趋势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94120" y="205740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基于宏观、行业与个人资产数据的多维趋势分析，预判中长期资产配置走向，辅助大类资产决策。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AI 赋能精准服务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（二）智能贷款推荐  |  打造「安心付 Pro」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线上线下结合智能体技术，实现客户场景化精准营销，让用户的全资产「看得清、配得对、用得稳」。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客户资产看板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动账明细、收入归集、负债分布一图呈现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28800"/>
            <a:ext cx="54864" cy="13258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智能化授信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基于行为 + 资产 + 行业模型的实时预批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54864" cy="13258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场景化产品包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针对装修、教育、医疗、出行等场景定制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337560"/>
            <a:ext cx="54864" cy="13258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履约管理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提醒、协助、续期，全周期贷后陪伴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其他重点功能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其他重点功能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（一）支付能力  |  1. 打造移动支付场景化基础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对标领先支付，开放支付入口体验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压缩支付页面时延，整体提速 30%+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扩展手机银行 AI 支付能力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提升业务交互流畅度，支撑高并发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29184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主要支付场景形式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支付化推广 — 拓展二维码、企微 APP 等渠道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订阅模式扩展 — 高频小额、自动续费一体化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AI 智能机器人 — 异常识别、辅助引导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云闪付 / 数字人民币融合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其他重点功能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（一）支付能力  |  3. 医保支付场景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拓展医保医疗生活支付场景，深化跟医保、医院合作，实现医保保障性化付款。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全面接入医保服务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医保电子凭证、医保码、参保查询一站打通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2880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院内 + 院外覆盖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支持挂号、缴费、买药、报销全链路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医保支付为核心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建立用户医保健康账户与支付偏好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2336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337560"/>
            <a:ext cx="54864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 &amp; 合规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对接监管口径，全流程加密与可审计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其他重点功能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（二）安全透明  |  1. 提升渠道风控管理能力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通过引入大模型与新技术，丰富数据维度和防御措施，进一步提升交行渠道及上交付的风险控制能力，并赋能业务条线发展。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安全大额转账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基于设备 / 环境 / 行为多因子识别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87452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人脸大额复核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基于活体检测的高金额场景复核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7452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外部能力引入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引入第三方风险评分与黑名单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风险干预措施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实时阻断 + 客服回访的闭环处置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329184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标签体系丰富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2900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建立用户、设备、商户多维标签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2651760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291840"/>
            <a:ext cx="54864" cy="128016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数据基建扩展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1792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构建可拓展、可追溯的风控底座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其他重点功能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（三-四）账户资产「安心付 Pro」 / 分行赋能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3832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（三）账户资产 - 安心付 Pro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客户资产视图：账户全景一图通览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智能账户管理：异常预警与自动归集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支付保障：限额、双人复核、安全锁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对标价值：体验领先、安全可控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383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（四）分行赋能 - 差异化工具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进一步开放接口能力，赋能分行经营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私享服务工作台：分行专属配置入口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数字化营销服务：本地化运营资产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经销渠道支付：行内行外协同变现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金融场景营销 + 数字商品云店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技术方案及资源需求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技术方案及资源需求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（一）AI 能力建设框架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/ 交互 / 体验 / 能力 — 四层联动，分阶段建设智能体核心能力，覆盖手机银行全场景。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21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62128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43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阶段一：超级智能体 Super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346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接入大模型 + 多模态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接入专属业务模型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接入三方专家智能体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828800"/>
            <a:ext cx="2621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828800"/>
            <a:ext cx="262128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828800"/>
            <a:ext cx="243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阶段二：专家智能体 Specialized Agents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4240" y="2468880"/>
            <a:ext cx="2346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+ RAG + ToolUse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场景细分的行业模型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多智能体协同与编排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828800"/>
            <a:ext cx="2621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828800"/>
            <a:ext cx="262128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6960" y="1828800"/>
            <a:ext cx="243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阶段三：场景执行体 Execution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8400" y="2468880"/>
            <a:ext cx="2346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跨场景流程编排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+ 反馈 + 自学习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与业务系统深度集成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手机银行 AI 能力应用：入口层 → 协同层 → 知识层 → 数据层 → 模型层 — 形成端到端一致的智能体应用体系。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技术方案及资源需求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（二）技术要点  |  架构方案 &amp; 安全风控策略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3832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新版体系架构（L0/L1/L2）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 基础平台：算力 / 大模型 / 知识库 / 工具链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 业务支撑：智能体框架、数据中台、流程引擎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 业务应用：小鸿管家、财富、贷款、支付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三层解耦：保障复用、可演进、可灰度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383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安全 &amp; 风险策略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主机安全：异常检测、入侵防御、安全审计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数据安全：核心数据脱敏、最小权限访问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应用安全：智能体输入审核、输出拦截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平台安全：移动端加固、SDK 风险管控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审核链路：风险评估 → 内容审核 → 业务出发 → 拦截 / 输出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技术方案及资源需求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（三）资源需求  |  评估依据与测算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2344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资源评估依据（单次大模型需求）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预计平均输入 Token ≈ 5000  /  输出 Token ≈ 1000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工具调用约 5 次/请求；预计平均工具调用 Token 共计 ≈ 75000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数据流并发模型：预测大流量峰值约 1080 卡/秒，AI 实验室预估约 6.46 万次/日推理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资源测算（生产 + AI 实验室合计，单位：张卡）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61288"/>
                <a:gridCol w="1161288"/>
                <a:gridCol w="1161288"/>
                <a:gridCol w="1161288"/>
                <a:gridCol w="1161288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Q3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Q4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手机银行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买单吧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实验室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技术方案及资源需求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（四）监管备案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依据监管要求，2026 年 4 月起启动监管备案对话，与 11.0 节奏并行推进，确保按期合规上线。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2801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1828800"/>
            <a:ext cx="6949440" cy="5029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828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项目启动会：目标、设计、规则、范围确认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2468880"/>
            <a:ext cx="6949440" cy="5029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468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开发与备案：开发 / 安全测试 / 合规评估 / 测试验证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2801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37360" y="3108960"/>
            <a:ext cx="6949440" cy="5029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108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重要材料审查交付与技术测试：实地评估、上交备案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2801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2026.H2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37360" y="3749040"/>
            <a:ext cx="6949440" cy="5029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全面持续监管：上线后监管反馈与备案更新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20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推进计划及待支持事项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推进计划及待支持事项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（一）项目推进计划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依据整体规划，分批投产、集中宣传。11.0 版本计划于 2026 年 11 月「第九届国际进博会」期间正式发布。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9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安心付 Pro / AI 演示 / 智能主动推荐（1 期）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134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63040" y="2258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智能产品推荐（1 期）/ 智能资产管理 / 医保支付码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63040" y="2642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智能主动推荐（2 期）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81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63040" y="30266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统一服务组件 / 分行特色组件 / 持仓异常调度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65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63040" y="34107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智能体智能化 / 风险预警 / 智能体支付产品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849624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96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63040" y="3794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持续迭代与全面测试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868680" cy="274320"/>
          </a:xfrm>
          <a:prstGeom prst="ellipse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33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463040" y="41788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11.0 正式发布（进博会同期宣传）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21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推进计划及待支持事项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（二）待支持事项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3832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一、AI 能力建设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请金融科技部协助手机银行及买单吧相关 AI 能力建设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智能过流推荐场景：联合中台进行高性能链路改造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测评平台：请软件中心支持平台搭建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测评体系以及评分与逻辑评价化体系搭建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3383280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 算力资源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年底，生产环境共需 900 张卡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年中，生产环境共需 2700 张卡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年底，生产环境共需 4500 张卡（智能体作为主入口）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测试环境：共需 225 张卡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实验室：另需 1200 张卡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AI手机银行暨手机银行11.0建设方案汇报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|  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C9A155"/>
          </a:solidFill>
          <a:ln w="12700">
            <a:solidFill>
              <a:srgbClr val="C9A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 谢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C9A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交通银行  Bank of Communications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AI手机银行暨手机银行11.0建设方案汇报</dc:title>
  <dc:subject>PptxGenJS Presentation</dc:subject>
  <dc:creator>交通银行</dc:creator>
  <cp:lastModifiedBy>交通银行</cp:lastModifiedBy>
  <cp:revision>1</cp:revision>
  <dcterms:created xsi:type="dcterms:W3CDTF">2026-05-15T01:49:45Z</dcterms:created>
  <dcterms:modified xsi:type="dcterms:W3CDTF">2026-05-15T01:49:45Z</dcterms:modified>
</cp:coreProperties>
</file>